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COGNITIVE DATA SCIENCE  +  MACHINE LEARNING &amp; MODELLING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CP4 | CASE IFOOD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maior chance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responder à campanha?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94360" y="27706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Estruturamos a base no Oracle e aprimoramos a Decision Tree para orientar um teste de público.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66160"/>
            <a:ext cx="45720" cy="219456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538728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Giovanni Henrique Pereira Hessel  |  RM 570574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3566160"/>
            <a:ext cx="45720" cy="219456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3538728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Suellen Pereira da Silva  |  RM 573862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959352"/>
            <a:ext cx="45720" cy="219456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931920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Arthur Zeferino  |  RM 570858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959352"/>
            <a:ext cx="45720" cy="219456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3931920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Israel Carneiro de Toledo  |  RM 573854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SALA 1TIAPZ-2026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9328" y="4663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PERGUNTA DE PRODUTO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Nem todo cliente responde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47731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  |  CP4 · CASE IFOOD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39328" y="47365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Queremos priorizar contatos, não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prever compras com certeza.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base, 334 de 2.240 clientes aceitaram a campanha observada. É a resposta registrada em RESPONSE: 14,9% dos clientes.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5910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14,9%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90288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responderam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697480"/>
            <a:ext cx="3886200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697480"/>
            <a:ext cx="579432" cy="347472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334 responderam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2186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1.906 não responderam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3291840" cy="6400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764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193 perfis se repetem, somando 201 linhas além da primeira ocorrência.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803904"/>
            <a:ext cx="388620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92277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lista curta precisa encontrar respostas sem ignorar quem pode responder.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COGNITIVE DATA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Primeiro, deixamos os dados confiáveis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47731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  |  CP4 · CASE IFOOD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39328" y="47365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2514600" cy="12618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27632"/>
            <a:ext cx="54864" cy="1261872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92224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2.240 clientes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16712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Oracle verificada em 18/09.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2.240 IDs distintos.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1627632"/>
            <a:ext cx="2514600" cy="12618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627632"/>
            <a:ext cx="54864" cy="1261872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792224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 campos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11296" y="216712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DataFrame Oracle (2240, 29) verificado em 18/09. Modelo agrupado: validação local com CSV.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1627632"/>
            <a:ext cx="2514600" cy="12618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1627632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792224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rendas ausentes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7064" y="216712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INCOME aceita nulos e a imputação acontece dentro do treino.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364992"/>
            <a:ext cx="2487168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+ ALTER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 e constraints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27248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7560" y="3364992"/>
            <a:ext cx="2487168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+ UPDATE + DELETE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83864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Demonstração em tabela separada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70448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80760" y="3364992"/>
            <a:ext cx="2487168" cy="80467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27064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DataFrame para o modelo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3434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Mantivemos a tabela principal intacta durante a demonstração das operações DML.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Criamos sinais que fazem sentido para o negócio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47731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  |  CP4 · CASE IFOOD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39328" y="47365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2514600" cy="2103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54864" cy="2103120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105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é o cliente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185416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AGE_AT_2014 = 2014 - YEAR_BIRTH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TOTAL_CHILDREN = KIDHOME + TEENHOME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Idade e contexto familiar.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1645920"/>
            <a:ext cx="2514600" cy="2103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64592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8105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compra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11296" y="2185416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TOTAL_SPEND = soma por categoria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WEB_PURCHASE_SHARE = compras web ÷ total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 e preferência de canal.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1645920"/>
            <a:ext cx="2514600" cy="2103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1645920"/>
            <a:ext cx="54864" cy="210312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8105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Histórico e vínculo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7064" y="2185416"/>
            <a:ext cx="2130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CAMPAIGNS_ACCEPTED: aceites anteriores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CUSTOMER_TENURE_DAYS: dias desde o cadastro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Respostas passadas e tempo de relação.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041648"/>
            <a:ext cx="7946136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1422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usamos RESPONSE para criar os sinais. O alvo fica reservado para avaliar a árvore.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COMPARAÇÃO JUSTA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teste ficou fora do ajuste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47731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  |  CP4 · CASE IFOOD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39328" y="47365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Holdout estratificado 80/20; perfis com preditores iguais ficam no mesmo conjunto.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7946136" cy="1097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57400"/>
            <a:ext cx="6355080" cy="109728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04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 TREINO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46520" y="23042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  TESTE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2816352"/>
            <a:ext cx="3794760" cy="1225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16352"/>
            <a:ext cx="54864" cy="1225296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98094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no treino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" y="3355848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dobras mantêm a proporção de respostas e perfis iguais juntos. A ROC AUC escolhe a configuração.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81728" y="2816352"/>
            <a:ext cx="3858768" cy="1225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2816352"/>
            <a:ext cx="54864" cy="1225296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980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no final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82896" y="3355848"/>
            <a:ext cx="3474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teste fica reservado. Comparamos a Decision Tree da aula e a ajustada no mesmo conjunto.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2428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Ajustamos critério, profundidade, mínimo de clientes por folha e peso de classe. Imputação e categorias ficam no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ÁRVORE DA AULA VERSUS ÁRVORE AJUSTADA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Melhor ranking, com uma troca nos contatos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47731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PERCEPTRON  |  CP4 · CASE IFOOD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39328" y="47365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 AUC mede se quem respondeu fica acima de quem não respondeu no ranking.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727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15727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1947672"/>
            <a:ext cx="667695" cy="1188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121408"/>
            <a:ext cx="914400" cy="118872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920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0.3651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0939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4688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478024"/>
            <a:ext cx="627827" cy="1188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651760"/>
            <a:ext cx="573146" cy="118872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450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0.3433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624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0.3134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29992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3008376"/>
            <a:ext cx="647029" cy="1188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3182112"/>
            <a:ext cx="704637" cy="118872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9809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0.3538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1546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0.3853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5295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 AUC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11680" y="3538728"/>
            <a:ext cx="1162568" cy="1188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3712464"/>
            <a:ext cx="1458102" cy="118872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5112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0.6357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6850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0.7973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" y="40782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Precisão: quantos contatos indicados responderam. Recall: quantos dos que responderam encontramos.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1627632"/>
            <a:ext cx="3648456" cy="2606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1627632"/>
            <a:ext cx="54864" cy="2606040"/>
          </a:xfrm>
          <a:prstGeom prst="rect">
            <a:avLst/>
          </a:prstGeom>
          <a:solidFill>
            <a:srgbClr val="ED1165"/>
          </a:solidFill>
          <a:ln w="12700">
            <a:solidFill>
              <a:srgbClr val="ED116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190195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ED11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+0,1616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5193792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ROC AUC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93792" y="30358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Ajustada: 0,7973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 subiu. Recall caiu.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93792" y="370332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score ajuda a escolher quem entra no teste. Um grupo de controle mede se a campanha realmente mudou o resultado.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44165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local no CSV. Salvar a execução Oracle agrupada antes da entrega.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CP4 | Case iFood</dc:title>
  <dc:subject>CP4: Case iFood</dc:subject>
  <dc:creator>Grupo Perceptron</dc:creator>
  <cp:lastModifiedBy>Grupo Perceptron</cp:lastModifiedBy>
  <cp:revision>1</cp:revision>
  <dcterms:created xsi:type="dcterms:W3CDTF">2026-09-24T01:56:30Z</dcterms:created>
  <dcterms:modified xsi:type="dcterms:W3CDTF">2026-09-24T01:56:30Z</dcterms:modified>
</cp:coreProperties>
</file>